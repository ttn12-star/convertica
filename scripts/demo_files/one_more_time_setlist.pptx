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One More Time — setlist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Track 1: intro · Track 2: the good one · Encore: same but louder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